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0" r:id="rId5"/>
    <p:sldId id="259"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FAC9DC7-B14D-40FB-B81F-3DB04C11F628}" v="4" dt="2026-10-12T13:45:59.57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20" d="100"/>
          <a:sy n="120" d="100"/>
        </p:scale>
        <p:origin x="23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microsoft.com/office/2015/10/relationships/revisionInfo" Target="revisionInfo.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76199-21DD-1332-B238-7E996341F29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32DE3327-2808-A741-CC44-6B7D1C308DC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688BD6B6-4E87-28EA-70E4-DC125319CF8C}"/>
              </a:ext>
            </a:extLst>
          </p:cNvPr>
          <p:cNvSpPr>
            <a:spLocks noGrp="1"/>
          </p:cNvSpPr>
          <p:nvPr>
            <p:ph type="dt" sz="half" idx="10"/>
          </p:nvPr>
        </p:nvSpPr>
        <p:spPr/>
        <p:txBody>
          <a:bodyPr/>
          <a:lstStyle/>
          <a:p>
            <a:fld id="{1DCAB1BD-D3A5-4E78-A3F7-BFAA7BFABAFB}" type="datetimeFigureOut">
              <a:rPr lang="en-GB" smtClean="0"/>
              <a:t>13/10/2026</a:t>
            </a:fld>
            <a:endParaRPr lang="en-GB"/>
          </a:p>
        </p:txBody>
      </p:sp>
      <p:sp>
        <p:nvSpPr>
          <p:cNvPr id="5" name="Footer Placeholder 4">
            <a:extLst>
              <a:ext uri="{FF2B5EF4-FFF2-40B4-BE49-F238E27FC236}">
                <a16:creationId xmlns:a16="http://schemas.microsoft.com/office/drawing/2014/main" id="{4AF1E761-6097-828C-F582-DED1F46088D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ABC6ECC-CF1C-C23F-7D4D-A6284A11A4CA}"/>
              </a:ext>
            </a:extLst>
          </p:cNvPr>
          <p:cNvSpPr>
            <a:spLocks noGrp="1"/>
          </p:cNvSpPr>
          <p:nvPr>
            <p:ph type="sldNum" sz="quarter" idx="12"/>
          </p:nvPr>
        </p:nvSpPr>
        <p:spPr/>
        <p:txBody>
          <a:bodyPr/>
          <a:lstStyle/>
          <a:p>
            <a:fld id="{3D18FB2F-0C74-41DB-A0E9-2FFAF118CE4F}" type="slidenum">
              <a:rPr lang="en-GB" smtClean="0"/>
              <a:t>‹#›</a:t>
            </a:fld>
            <a:endParaRPr lang="en-GB"/>
          </a:p>
        </p:txBody>
      </p:sp>
    </p:spTree>
    <p:extLst>
      <p:ext uri="{BB962C8B-B14F-4D97-AF65-F5344CB8AC3E}">
        <p14:creationId xmlns:p14="http://schemas.microsoft.com/office/powerpoint/2010/main" val="14377572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5F8064-77EE-C404-D6E0-01AA97C499DC}"/>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DFCFD271-615A-48C0-4A7F-BF2168E8ED2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D6C87A6-CE02-ADF6-5123-17CCFFBE41E2}"/>
              </a:ext>
            </a:extLst>
          </p:cNvPr>
          <p:cNvSpPr>
            <a:spLocks noGrp="1"/>
          </p:cNvSpPr>
          <p:nvPr>
            <p:ph type="dt" sz="half" idx="10"/>
          </p:nvPr>
        </p:nvSpPr>
        <p:spPr/>
        <p:txBody>
          <a:bodyPr/>
          <a:lstStyle/>
          <a:p>
            <a:fld id="{1DCAB1BD-D3A5-4E78-A3F7-BFAA7BFABAFB}" type="datetimeFigureOut">
              <a:rPr lang="en-GB" smtClean="0"/>
              <a:t>13/10/2026</a:t>
            </a:fld>
            <a:endParaRPr lang="en-GB"/>
          </a:p>
        </p:txBody>
      </p:sp>
      <p:sp>
        <p:nvSpPr>
          <p:cNvPr id="5" name="Footer Placeholder 4">
            <a:extLst>
              <a:ext uri="{FF2B5EF4-FFF2-40B4-BE49-F238E27FC236}">
                <a16:creationId xmlns:a16="http://schemas.microsoft.com/office/drawing/2014/main" id="{3BEABCB2-7645-EC74-455F-4F7EA5EAAE6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F7F3916-1840-BD8E-E285-05E8A94D010C}"/>
              </a:ext>
            </a:extLst>
          </p:cNvPr>
          <p:cNvSpPr>
            <a:spLocks noGrp="1"/>
          </p:cNvSpPr>
          <p:nvPr>
            <p:ph type="sldNum" sz="quarter" idx="12"/>
          </p:nvPr>
        </p:nvSpPr>
        <p:spPr/>
        <p:txBody>
          <a:bodyPr/>
          <a:lstStyle/>
          <a:p>
            <a:fld id="{3D18FB2F-0C74-41DB-A0E9-2FFAF118CE4F}" type="slidenum">
              <a:rPr lang="en-GB" smtClean="0"/>
              <a:t>‹#›</a:t>
            </a:fld>
            <a:endParaRPr lang="en-GB"/>
          </a:p>
        </p:txBody>
      </p:sp>
    </p:spTree>
    <p:extLst>
      <p:ext uri="{BB962C8B-B14F-4D97-AF65-F5344CB8AC3E}">
        <p14:creationId xmlns:p14="http://schemas.microsoft.com/office/powerpoint/2010/main" val="34956431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827F8A-ABD7-045C-A617-2CBDA2B641C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6BAEBD67-5A20-97A0-4248-93599BDC0D7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321DC3D-5E88-3A4D-1C15-9677EA25DE15}"/>
              </a:ext>
            </a:extLst>
          </p:cNvPr>
          <p:cNvSpPr>
            <a:spLocks noGrp="1"/>
          </p:cNvSpPr>
          <p:nvPr>
            <p:ph type="dt" sz="half" idx="10"/>
          </p:nvPr>
        </p:nvSpPr>
        <p:spPr/>
        <p:txBody>
          <a:bodyPr/>
          <a:lstStyle/>
          <a:p>
            <a:fld id="{1DCAB1BD-D3A5-4E78-A3F7-BFAA7BFABAFB}" type="datetimeFigureOut">
              <a:rPr lang="en-GB" smtClean="0"/>
              <a:t>13/10/2026</a:t>
            </a:fld>
            <a:endParaRPr lang="en-GB"/>
          </a:p>
        </p:txBody>
      </p:sp>
      <p:sp>
        <p:nvSpPr>
          <p:cNvPr id="5" name="Footer Placeholder 4">
            <a:extLst>
              <a:ext uri="{FF2B5EF4-FFF2-40B4-BE49-F238E27FC236}">
                <a16:creationId xmlns:a16="http://schemas.microsoft.com/office/drawing/2014/main" id="{48B9A5CE-5FF5-F06D-4E66-2650E0B268F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FD306F4-6928-4602-885B-ACEF2B740DBB}"/>
              </a:ext>
            </a:extLst>
          </p:cNvPr>
          <p:cNvSpPr>
            <a:spLocks noGrp="1"/>
          </p:cNvSpPr>
          <p:nvPr>
            <p:ph type="sldNum" sz="quarter" idx="12"/>
          </p:nvPr>
        </p:nvSpPr>
        <p:spPr/>
        <p:txBody>
          <a:bodyPr/>
          <a:lstStyle/>
          <a:p>
            <a:fld id="{3D18FB2F-0C74-41DB-A0E9-2FFAF118CE4F}" type="slidenum">
              <a:rPr lang="en-GB" smtClean="0"/>
              <a:t>‹#›</a:t>
            </a:fld>
            <a:endParaRPr lang="en-GB"/>
          </a:p>
        </p:txBody>
      </p:sp>
    </p:spTree>
    <p:extLst>
      <p:ext uri="{BB962C8B-B14F-4D97-AF65-F5344CB8AC3E}">
        <p14:creationId xmlns:p14="http://schemas.microsoft.com/office/powerpoint/2010/main" val="33735386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58E42F-CB61-9E52-D274-1D8CB85C391D}"/>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288AEA73-179E-F228-F010-D81F2344381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9D64B2A1-0889-2EFB-0F45-E4ECDD9F5FC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F57AEA8D-24CC-9999-6B6A-99D06D0CC524}"/>
              </a:ext>
            </a:extLst>
          </p:cNvPr>
          <p:cNvSpPr>
            <a:spLocks noGrp="1"/>
          </p:cNvSpPr>
          <p:nvPr>
            <p:ph type="dt" sz="half" idx="10"/>
          </p:nvPr>
        </p:nvSpPr>
        <p:spPr/>
        <p:txBody>
          <a:bodyPr/>
          <a:lstStyle/>
          <a:p>
            <a:fld id="{1DCAB1BD-D3A5-4E78-A3F7-BFAA7BFABAFB}" type="datetimeFigureOut">
              <a:rPr lang="en-GB" smtClean="0"/>
              <a:t>13/10/2026</a:t>
            </a:fld>
            <a:endParaRPr lang="en-GB"/>
          </a:p>
        </p:txBody>
      </p:sp>
      <p:sp>
        <p:nvSpPr>
          <p:cNvPr id="6" name="Footer Placeholder 5">
            <a:extLst>
              <a:ext uri="{FF2B5EF4-FFF2-40B4-BE49-F238E27FC236}">
                <a16:creationId xmlns:a16="http://schemas.microsoft.com/office/drawing/2014/main" id="{48844FFD-0A86-E96D-F1CB-C9ECEB0BA828}"/>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B15C148E-BAB2-1B07-7010-0F8B9F36F6E9}"/>
              </a:ext>
            </a:extLst>
          </p:cNvPr>
          <p:cNvSpPr>
            <a:spLocks noGrp="1"/>
          </p:cNvSpPr>
          <p:nvPr>
            <p:ph type="sldNum" sz="quarter" idx="12"/>
          </p:nvPr>
        </p:nvSpPr>
        <p:spPr/>
        <p:txBody>
          <a:bodyPr/>
          <a:lstStyle/>
          <a:p>
            <a:fld id="{3D18FB2F-0C74-41DB-A0E9-2FFAF118CE4F}" type="slidenum">
              <a:rPr lang="en-GB" smtClean="0"/>
              <a:t>‹#›</a:t>
            </a:fld>
            <a:endParaRPr lang="en-GB"/>
          </a:p>
        </p:txBody>
      </p:sp>
    </p:spTree>
    <p:extLst>
      <p:ext uri="{BB962C8B-B14F-4D97-AF65-F5344CB8AC3E}">
        <p14:creationId xmlns:p14="http://schemas.microsoft.com/office/powerpoint/2010/main" val="28555095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6CC0BF-4099-3FAE-7027-2B0BC5D40EB2}"/>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D3965FF3-4CB1-5DF6-6857-396468FB468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0156854-078C-BEEE-D3EE-D95479D0BA6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DB63F1C7-2CD6-5F34-7F79-FEF76EF60E5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4747396-4D6D-41CD-50CB-5930DBE2483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546AAB2F-2BC6-769B-9F54-B71A26C55EDD}"/>
              </a:ext>
            </a:extLst>
          </p:cNvPr>
          <p:cNvSpPr>
            <a:spLocks noGrp="1"/>
          </p:cNvSpPr>
          <p:nvPr>
            <p:ph type="dt" sz="half" idx="10"/>
          </p:nvPr>
        </p:nvSpPr>
        <p:spPr/>
        <p:txBody>
          <a:bodyPr/>
          <a:lstStyle/>
          <a:p>
            <a:fld id="{1DCAB1BD-D3A5-4E78-A3F7-BFAA7BFABAFB}" type="datetimeFigureOut">
              <a:rPr lang="en-GB" smtClean="0"/>
              <a:t>13/10/2026</a:t>
            </a:fld>
            <a:endParaRPr lang="en-GB"/>
          </a:p>
        </p:txBody>
      </p:sp>
      <p:sp>
        <p:nvSpPr>
          <p:cNvPr id="8" name="Footer Placeholder 7">
            <a:extLst>
              <a:ext uri="{FF2B5EF4-FFF2-40B4-BE49-F238E27FC236}">
                <a16:creationId xmlns:a16="http://schemas.microsoft.com/office/drawing/2014/main" id="{3D30750D-2165-5510-D76C-5FF1D093CFDC}"/>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2F1D1A23-4455-E7F0-7D80-540ED4BDCDCF}"/>
              </a:ext>
            </a:extLst>
          </p:cNvPr>
          <p:cNvSpPr>
            <a:spLocks noGrp="1"/>
          </p:cNvSpPr>
          <p:nvPr>
            <p:ph type="sldNum" sz="quarter" idx="12"/>
          </p:nvPr>
        </p:nvSpPr>
        <p:spPr/>
        <p:txBody>
          <a:bodyPr/>
          <a:lstStyle/>
          <a:p>
            <a:fld id="{3D18FB2F-0C74-41DB-A0E9-2FFAF118CE4F}" type="slidenum">
              <a:rPr lang="en-GB" smtClean="0"/>
              <a:t>‹#›</a:t>
            </a:fld>
            <a:endParaRPr lang="en-GB"/>
          </a:p>
        </p:txBody>
      </p:sp>
    </p:spTree>
    <p:extLst>
      <p:ext uri="{BB962C8B-B14F-4D97-AF65-F5344CB8AC3E}">
        <p14:creationId xmlns:p14="http://schemas.microsoft.com/office/powerpoint/2010/main" val="24097130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4F59A2-6434-AEF2-173C-E02D37845C4F}"/>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16215CA4-FC69-CDAB-0EF9-6D95A0AE9DD8}"/>
              </a:ext>
            </a:extLst>
          </p:cNvPr>
          <p:cNvSpPr>
            <a:spLocks noGrp="1"/>
          </p:cNvSpPr>
          <p:nvPr>
            <p:ph type="dt" sz="half" idx="10"/>
          </p:nvPr>
        </p:nvSpPr>
        <p:spPr/>
        <p:txBody>
          <a:bodyPr/>
          <a:lstStyle/>
          <a:p>
            <a:fld id="{1DCAB1BD-D3A5-4E78-A3F7-BFAA7BFABAFB}" type="datetimeFigureOut">
              <a:rPr lang="en-GB" smtClean="0"/>
              <a:t>13/10/2026</a:t>
            </a:fld>
            <a:endParaRPr lang="en-GB"/>
          </a:p>
        </p:txBody>
      </p:sp>
      <p:sp>
        <p:nvSpPr>
          <p:cNvPr id="4" name="Footer Placeholder 3">
            <a:extLst>
              <a:ext uri="{FF2B5EF4-FFF2-40B4-BE49-F238E27FC236}">
                <a16:creationId xmlns:a16="http://schemas.microsoft.com/office/drawing/2014/main" id="{DCD9A55E-717D-12B1-4B6C-DC4D52E83723}"/>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1D441126-25AB-AE18-C110-05ADB3468D3A}"/>
              </a:ext>
            </a:extLst>
          </p:cNvPr>
          <p:cNvSpPr>
            <a:spLocks noGrp="1"/>
          </p:cNvSpPr>
          <p:nvPr>
            <p:ph type="sldNum" sz="quarter" idx="12"/>
          </p:nvPr>
        </p:nvSpPr>
        <p:spPr/>
        <p:txBody>
          <a:bodyPr/>
          <a:lstStyle/>
          <a:p>
            <a:fld id="{3D18FB2F-0C74-41DB-A0E9-2FFAF118CE4F}" type="slidenum">
              <a:rPr lang="en-GB" smtClean="0"/>
              <a:t>‹#›</a:t>
            </a:fld>
            <a:endParaRPr lang="en-GB"/>
          </a:p>
        </p:txBody>
      </p:sp>
    </p:spTree>
    <p:extLst>
      <p:ext uri="{BB962C8B-B14F-4D97-AF65-F5344CB8AC3E}">
        <p14:creationId xmlns:p14="http://schemas.microsoft.com/office/powerpoint/2010/main" val="38899265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8229866-FB26-FDFF-45BB-5E2FFE821E65}"/>
              </a:ext>
            </a:extLst>
          </p:cNvPr>
          <p:cNvSpPr>
            <a:spLocks noGrp="1"/>
          </p:cNvSpPr>
          <p:nvPr>
            <p:ph type="dt" sz="half" idx="10"/>
          </p:nvPr>
        </p:nvSpPr>
        <p:spPr/>
        <p:txBody>
          <a:bodyPr/>
          <a:lstStyle/>
          <a:p>
            <a:fld id="{1DCAB1BD-D3A5-4E78-A3F7-BFAA7BFABAFB}" type="datetimeFigureOut">
              <a:rPr lang="en-GB" smtClean="0"/>
              <a:t>13/10/2026</a:t>
            </a:fld>
            <a:endParaRPr lang="en-GB"/>
          </a:p>
        </p:txBody>
      </p:sp>
      <p:sp>
        <p:nvSpPr>
          <p:cNvPr id="3" name="Footer Placeholder 2">
            <a:extLst>
              <a:ext uri="{FF2B5EF4-FFF2-40B4-BE49-F238E27FC236}">
                <a16:creationId xmlns:a16="http://schemas.microsoft.com/office/drawing/2014/main" id="{EF686866-424E-DFD3-51BD-57FA1C36F218}"/>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0B7F788-B02B-8189-C127-5475A59C1A22}"/>
              </a:ext>
            </a:extLst>
          </p:cNvPr>
          <p:cNvSpPr>
            <a:spLocks noGrp="1"/>
          </p:cNvSpPr>
          <p:nvPr>
            <p:ph type="sldNum" sz="quarter" idx="12"/>
          </p:nvPr>
        </p:nvSpPr>
        <p:spPr/>
        <p:txBody>
          <a:bodyPr/>
          <a:lstStyle/>
          <a:p>
            <a:fld id="{3D18FB2F-0C74-41DB-A0E9-2FFAF118CE4F}" type="slidenum">
              <a:rPr lang="en-GB" smtClean="0"/>
              <a:t>‹#›</a:t>
            </a:fld>
            <a:endParaRPr lang="en-GB"/>
          </a:p>
        </p:txBody>
      </p:sp>
    </p:spTree>
    <p:extLst>
      <p:ext uri="{BB962C8B-B14F-4D97-AF65-F5344CB8AC3E}">
        <p14:creationId xmlns:p14="http://schemas.microsoft.com/office/powerpoint/2010/main" val="36692551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7FBDF-FF44-D12E-59A2-03C9342C58C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D2634C14-F7A8-4516-3DE1-99C8A2D69E5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83978D09-36D8-471B-DF57-3B6C901D5CA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CB59E1B-B41D-0B68-2FB7-35DFA25BFF52}"/>
              </a:ext>
            </a:extLst>
          </p:cNvPr>
          <p:cNvSpPr>
            <a:spLocks noGrp="1"/>
          </p:cNvSpPr>
          <p:nvPr>
            <p:ph type="dt" sz="half" idx="10"/>
          </p:nvPr>
        </p:nvSpPr>
        <p:spPr/>
        <p:txBody>
          <a:bodyPr/>
          <a:lstStyle/>
          <a:p>
            <a:fld id="{1DCAB1BD-D3A5-4E78-A3F7-BFAA7BFABAFB}" type="datetimeFigureOut">
              <a:rPr lang="en-GB" smtClean="0"/>
              <a:t>13/10/2026</a:t>
            </a:fld>
            <a:endParaRPr lang="en-GB"/>
          </a:p>
        </p:txBody>
      </p:sp>
      <p:sp>
        <p:nvSpPr>
          <p:cNvPr id="6" name="Footer Placeholder 5">
            <a:extLst>
              <a:ext uri="{FF2B5EF4-FFF2-40B4-BE49-F238E27FC236}">
                <a16:creationId xmlns:a16="http://schemas.microsoft.com/office/drawing/2014/main" id="{38A06550-D7C9-DA3B-2EF0-DCA2C7F9D624}"/>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D8766CFF-D93D-A2B1-EC0E-BBA06BBFDBCE}"/>
              </a:ext>
            </a:extLst>
          </p:cNvPr>
          <p:cNvSpPr>
            <a:spLocks noGrp="1"/>
          </p:cNvSpPr>
          <p:nvPr>
            <p:ph type="sldNum" sz="quarter" idx="12"/>
          </p:nvPr>
        </p:nvSpPr>
        <p:spPr/>
        <p:txBody>
          <a:bodyPr/>
          <a:lstStyle/>
          <a:p>
            <a:fld id="{3D18FB2F-0C74-41DB-A0E9-2FFAF118CE4F}" type="slidenum">
              <a:rPr lang="en-GB" smtClean="0"/>
              <a:t>‹#›</a:t>
            </a:fld>
            <a:endParaRPr lang="en-GB"/>
          </a:p>
        </p:txBody>
      </p:sp>
    </p:spTree>
    <p:extLst>
      <p:ext uri="{BB962C8B-B14F-4D97-AF65-F5344CB8AC3E}">
        <p14:creationId xmlns:p14="http://schemas.microsoft.com/office/powerpoint/2010/main" val="40950369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388DF0-2CC0-D51C-440F-3A2EF67CF21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5F53C5E2-777D-09A9-6C65-9DF377845D98}"/>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8AD5610D-7A57-7C9F-972D-479C4051E21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E679932-694D-68F1-4BD2-8256296B4721}"/>
              </a:ext>
            </a:extLst>
          </p:cNvPr>
          <p:cNvSpPr>
            <a:spLocks noGrp="1"/>
          </p:cNvSpPr>
          <p:nvPr>
            <p:ph type="dt" sz="half" idx="10"/>
          </p:nvPr>
        </p:nvSpPr>
        <p:spPr/>
        <p:txBody>
          <a:bodyPr/>
          <a:lstStyle/>
          <a:p>
            <a:fld id="{1DCAB1BD-D3A5-4E78-A3F7-BFAA7BFABAFB}" type="datetimeFigureOut">
              <a:rPr lang="en-GB" smtClean="0"/>
              <a:t>13/10/2026</a:t>
            </a:fld>
            <a:endParaRPr lang="en-GB"/>
          </a:p>
        </p:txBody>
      </p:sp>
      <p:sp>
        <p:nvSpPr>
          <p:cNvPr id="6" name="Footer Placeholder 5">
            <a:extLst>
              <a:ext uri="{FF2B5EF4-FFF2-40B4-BE49-F238E27FC236}">
                <a16:creationId xmlns:a16="http://schemas.microsoft.com/office/drawing/2014/main" id="{E6561407-A820-F1F7-6932-88F31B7548B3}"/>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FFB88F68-D134-4CB0-317B-B5266E562863}"/>
              </a:ext>
            </a:extLst>
          </p:cNvPr>
          <p:cNvSpPr>
            <a:spLocks noGrp="1"/>
          </p:cNvSpPr>
          <p:nvPr>
            <p:ph type="sldNum" sz="quarter" idx="12"/>
          </p:nvPr>
        </p:nvSpPr>
        <p:spPr/>
        <p:txBody>
          <a:bodyPr/>
          <a:lstStyle/>
          <a:p>
            <a:fld id="{3D18FB2F-0C74-41DB-A0E9-2FFAF118CE4F}" type="slidenum">
              <a:rPr lang="en-GB" smtClean="0"/>
              <a:t>‹#›</a:t>
            </a:fld>
            <a:endParaRPr lang="en-GB"/>
          </a:p>
        </p:txBody>
      </p:sp>
    </p:spTree>
    <p:extLst>
      <p:ext uri="{BB962C8B-B14F-4D97-AF65-F5344CB8AC3E}">
        <p14:creationId xmlns:p14="http://schemas.microsoft.com/office/powerpoint/2010/main" val="31228402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E17AE-442F-B5FA-F13B-521B6ECBF8BB}"/>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0313E240-0AB6-005E-9CDD-A7AE85F03BC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31F29AF-0E0A-783B-C4A0-376B9B86AB59}"/>
              </a:ext>
            </a:extLst>
          </p:cNvPr>
          <p:cNvSpPr>
            <a:spLocks noGrp="1"/>
          </p:cNvSpPr>
          <p:nvPr>
            <p:ph type="dt" sz="half" idx="10"/>
          </p:nvPr>
        </p:nvSpPr>
        <p:spPr/>
        <p:txBody>
          <a:bodyPr/>
          <a:lstStyle/>
          <a:p>
            <a:fld id="{1DCAB1BD-D3A5-4E78-A3F7-BFAA7BFABAFB}" type="datetimeFigureOut">
              <a:rPr lang="en-GB" smtClean="0"/>
              <a:t>13/10/2026</a:t>
            </a:fld>
            <a:endParaRPr lang="en-GB"/>
          </a:p>
        </p:txBody>
      </p:sp>
      <p:sp>
        <p:nvSpPr>
          <p:cNvPr id="5" name="Footer Placeholder 4">
            <a:extLst>
              <a:ext uri="{FF2B5EF4-FFF2-40B4-BE49-F238E27FC236}">
                <a16:creationId xmlns:a16="http://schemas.microsoft.com/office/drawing/2014/main" id="{A421BACB-1A54-C351-4E12-C9669539E21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CD5A9EB-337C-8A09-E35D-F2AA59A791A2}"/>
              </a:ext>
            </a:extLst>
          </p:cNvPr>
          <p:cNvSpPr>
            <a:spLocks noGrp="1"/>
          </p:cNvSpPr>
          <p:nvPr>
            <p:ph type="sldNum" sz="quarter" idx="12"/>
          </p:nvPr>
        </p:nvSpPr>
        <p:spPr/>
        <p:txBody>
          <a:bodyPr/>
          <a:lstStyle/>
          <a:p>
            <a:fld id="{3D18FB2F-0C74-41DB-A0E9-2FFAF118CE4F}" type="slidenum">
              <a:rPr lang="en-GB" smtClean="0"/>
              <a:t>‹#›</a:t>
            </a:fld>
            <a:endParaRPr lang="en-GB"/>
          </a:p>
        </p:txBody>
      </p:sp>
    </p:spTree>
    <p:extLst>
      <p:ext uri="{BB962C8B-B14F-4D97-AF65-F5344CB8AC3E}">
        <p14:creationId xmlns:p14="http://schemas.microsoft.com/office/powerpoint/2010/main" val="3093010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5AE43CB-3A5A-198C-285B-EB684409D7A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FA615EA1-B786-9AD6-D6CC-AF78809CC79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EE81200-2E97-B5EC-2B94-3E823A346C58}"/>
              </a:ext>
            </a:extLst>
          </p:cNvPr>
          <p:cNvSpPr>
            <a:spLocks noGrp="1"/>
          </p:cNvSpPr>
          <p:nvPr>
            <p:ph type="dt" sz="half" idx="10"/>
          </p:nvPr>
        </p:nvSpPr>
        <p:spPr/>
        <p:txBody>
          <a:bodyPr/>
          <a:lstStyle/>
          <a:p>
            <a:fld id="{1DCAB1BD-D3A5-4E78-A3F7-BFAA7BFABAFB}" type="datetimeFigureOut">
              <a:rPr lang="en-GB" smtClean="0"/>
              <a:t>13/10/2026</a:t>
            </a:fld>
            <a:endParaRPr lang="en-GB"/>
          </a:p>
        </p:txBody>
      </p:sp>
      <p:sp>
        <p:nvSpPr>
          <p:cNvPr id="5" name="Footer Placeholder 4">
            <a:extLst>
              <a:ext uri="{FF2B5EF4-FFF2-40B4-BE49-F238E27FC236}">
                <a16:creationId xmlns:a16="http://schemas.microsoft.com/office/drawing/2014/main" id="{6AF29EC8-3B7A-AC5B-B2AF-BBA593CAB88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4D182DD-D148-7B7B-4D10-41B32D680ED1}"/>
              </a:ext>
            </a:extLst>
          </p:cNvPr>
          <p:cNvSpPr>
            <a:spLocks noGrp="1"/>
          </p:cNvSpPr>
          <p:nvPr>
            <p:ph type="sldNum" sz="quarter" idx="12"/>
          </p:nvPr>
        </p:nvSpPr>
        <p:spPr/>
        <p:txBody>
          <a:bodyPr/>
          <a:lstStyle/>
          <a:p>
            <a:fld id="{3D18FB2F-0C74-41DB-A0E9-2FFAF118CE4F}" type="slidenum">
              <a:rPr lang="en-GB" smtClean="0"/>
              <a:t>‹#›</a:t>
            </a:fld>
            <a:endParaRPr lang="en-GB"/>
          </a:p>
        </p:txBody>
      </p:sp>
    </p:spTree>
    <p:extLst>
      <p:ext uri="{BB962C8B-B14F-4D97-AF65-F5344CB8AC3E}">
        <p14:creationId xmlns:p14="http://schemas.microsoft.com/office/powerpoint/2010/main" val="16902919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623F251-9247-6807-2C7E-177A64F9B89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10A9067B-4F4B-660C-AC11-A69E3022C4C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341607F-1DEB-AEB0-9C92-6BF8A3216E0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DCAB1BD-D3A5-4E78-A3F7-BFAA7BFABAFB}" type="datetimeFigureOut">
              <a:rPr lang="en-GB" smtClean="0"/>
              <a:t>13/10/2026</a:t>
            </a:fld>
            <a:endParaRPr lang="en-GB"/>
          </a:p>
        </p:txBody>
      </p:sp>
      <p:sp>
        <p:nvSpPr>
          <p:cNvPr id="5" name="Footer Placeholder 4">
            <a:extLst>
              <a:ext uri="{FF2B5EF4-FFF2-40B4-BE49-F238E27FC236}">
                <a16:creationId xmlns:a16="http://schemas.microsoft.com/office/drawing/2014/main" id="{46C37999-C12E-FAB1-64D6-8E8DA12CFC5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B8B80B39-6866-B2C4-DB28-CC24041E2BD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D18FB2F-0C74-41DB-A0E9-2FFAF118CE4F}" type="slidenum">
              <a:rPr lang="en-GB" smtClean="0"/>
              <a:t>‹#›</a:t>
            </a:fld>
            <a:endParaRPr lang="en-GB"/>
          </a:p>
        </p:txBody>
      </p:sp>
    </p:spTree>
    <p:extLst>
      <p:ext uri="{BB962C8B-B14F-4D97-AF65-F5344CB8AC3E}">
        <p14:creationId xmlns:p14="http://schemas.microsoft.com/office/powerpoint/2010/main" val="31407902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6.jpe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5.jpeg"/><Relationship Id="rId5" Type="http://schemas.openxmlformats.org/officeDocument/2006/relationships/image" Target="../media/image4.jpeg"/><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1387D6-4135-F9AD-A2DE-DBAB68A82514}"/>
              </a:ext>
            </a:extLst>
          </p:cNvPr>
          <p:cNvSpPr>
            <a:spLocks noGrp="1"/>
          </p:cNvSpPr>
          <p:nvPr>
            <p:ph type="ctrTitle"/>
          </p:nvPr>
        </p:nvSpPr>
        <p:spPr/>
        <p:txBody>
          <a:bodyPr/>
          <a:lstStyle/>
          <a:p>
            <a:r>
              <a:rPr lang="en-GB" dirty="0"/>
              <a:t>Meeting 12/10/26</a:t>
            </a:r>
          </a:p>
        </p:txBody>
      </p:sp>
      <p:sp>
        <p:nvSpPr>
          <p:cNvPr id="3" name="Subtitle 2">
            <a:extLst>
              <a:ext uri="{FF2B5EF4-FFF2-40B4-BE49-F238E27FC236}">
                <a16:creationId xmlns:a16="http://schemas.microsoft.com/office/drawing/2014/main" id="{812554E5-5F33-2382-B8F2-D6EF8767B542}"/>
              </a:ext>
            </a:extLst>
          </p:cNvPr>
          <p:cNvSpPr>
            <a:spLocks noGrp="1"/>
          </p:cNvSpPr>
          <p:nvPr>
            <p:ph type="subTitle" idx="1"/>
          </p:nvPr>
        </p:nvSpPr>
        <p:spPr/>
        <p:txBody>
          <a:bodyPr/>
          <a:lstStyle/>
          <a:p>
            <a:r>
              <a:rPr lang="en-GB" dirty="0"/>
              <a:t>FEM and </a:t>
            </a:r>
            <a:r>
              <a:rPr lang="en-GB" dirty="0" err="1"/>
              <a:t>Kalnaus</a:t>
            </a:r>
            <a:r>
              <a:rPr lang="en-GB" dirty="0"/>
              <a:t> review paper</a:t>
            </a:r>
          </a:p>
        </p:txBody>
      </p:sp>
    </p:spTree>
    <p:extLst>
      <p:ext uri="{BB962C8B-B14F-4D97-AF65-F5344CB8AC3E}">
        <p14:creationId xmlns:p14="http://schemas.microsoft.com/office/powerpoint/2010/main" val="25823497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E9A5D6-2424-BEF2-3D0E-1222E4973389}"/>
              </a:ext>
            </a:extLst>
          </p:cNvPr>
          <p:cNvSpPr>
            <a:spLocks noGrp="1"/>
          </p:cNvSpPr>
          <p:nvPr>
            <p:ph type="title"/>
          </p:nvPr>
        </p:nvSpPr>
        <p:spPr>
          <a:xfrm>
            <a:off x="0" y="-353488"/>
            <a:ext cx="10515600" cy="1325563"/>
          </a:xfrm>
        </p:spPr>
        <p:txBody>
          <a:bodyPr>
            <a:normAutofit/>
          </a:bodyPr>
          <a:lstStyle/>
          <a:p>
            <a:r>
              <a:rPr lang="en-GB" sz="2800" dirty="0"/>
              <a:t>FEM-progress so far with 1D diffusion problem</a:t>
            </a:r>
          </a:p>
        </p:txBody>
      </p:sp>
      <p:pic>
        <p:nvPicPr>
          <p:cNvPr id="5" name="Picture 4">
            <a:extLst>
              <a:ext uri="{FF2B5EF4-FFF2-40B4-BE49-F238E27FC236}">
                <a16:creationId xmlns:a16="http://schemas.microsoft.com/office/drawing/2014/main" id="{6E821A01-A210-43CA-3CA4-C3541EFCAA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5400000">
            <a:off x="-350826" y="942578"/>
            <a:ext cx="3429000" cy="2571750"/>
          </a:xfrm>
          <a:prstGeom prst="rect">
            <a:avLst/>
          </a:prstGeom>
        </p:spPr>
      </p:pic>
      <p:pic>
        <p:nvPicPr>
          <p:cNvPr id="9" name="Picture 8">
            <a:extLst>
              <a:ext uri="{FF2B5EF4-FFF2-40B4-BE49-F238E27FC236}">
                <a16:creationId xmlns:a16="http://schemas.microsoft.com/office/drawing/2014/main" id="{35F3A517-954D-03AB-CEBA-618D58E5E1C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5400000">
            <a:off x="2149349" y="942578"/>
            <a:ext cx="3429000" cy="2571750"/>
          </a:xfrm>
          <a:prstGeom prst="rect">
            <a:avLst/>
          </a:prstGeom>
        </p:spPr>
      </p:pic>
      <p:pic>
        <p:nvPicPr>
          <p:cNvPr id="11" name="Picture 10">
            <a:extLst>
              <a:ext uri="{FF2B5EF4-FFF2-40B4-BE49-F238E27FC236}">
                <a16:creationId xmlns:a16="http://schemas.microsoft.com/office/drawing/2014/main" id="{0CB3B35B-29DA-F03C-6231-3528240D6BD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5400000">
            <a:off x="7144912" y="942577"/>
            <a:ext cx="3429000" cy="2571750"/>
          </a:xfrm>
          <a:prstGeom prst="rect">
            <a:avLst/>
          </a:prstGeom>
        </p:spPr>
      </p:pic>
      <p:pic>
        <p:nvPicPr>
          <p:cNvPr id="13" name="Picture 12">
            <a:extLst>
              <a:ext uri="{FF2B5EF4-FFF2-40B4-BE49-F238E27FC236}">
                <a16:creationId xmlns:a16="http://schemas.microsoft.com/office/drawing/2014/main" id="{925C5246-190E-4770-3A37-5B4F29A9E1B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5400000">
            <a:off x="4573162" y="942577"/>
            <a:ext cx="3429000" cy="2571750"/>
          </a:xfrm>
          <a:prstGeom prst="rect">
            <a:avLst/>
          </a:prstGeom>
        </p:spPr>
      </p:pic>
      <p:pic>
        <p:nvPicPr>
          <p:cNvPr id="15" name="Picture 14">
            <a:extLst>
              <a:ext uri="{FF2B5EF4-FFF2-40B4-BE49-F238E27FC236}">
                <a16:creationId xmlns:a16="http://schemas.microsoft.com/office/drawing/2014/main" id="{74C658F6-6995-F5CA-E964-65A25CEA7B7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rot="5400000">
            <a:off x="-387327" y="3954133"/>
            <a:ext cx="3429000" cy="2571750"/>
          </a:xfrm>
          <a:prstGeom prst="rect">
            <a:avLst/>
          </a:prstGeom>
        </p:spPr>
      </p:pic>
      <p:pic>
        <p:nvPicPr>
          <p:cNvPr id="7" name="Picture 6">
            <a:extLst>
              <a:ext uri="{FF2B5EF4-FFF2-40B4-BE49-F238E27FC236}">
                <a16:creationId xmlns:a16="http://schemas.microsoft.com/office/drawing/2014/main" id="{0E8E6DC8-F15F-D03F-A568-756D24129609}"/>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rot="5400000">
            <a:off x="2257425" y="3857625"/>
            <a:ext cx="3429000" cy="2571750"/>
          </a:xfrm>
          <a:prstGeom prst="rect">
            <a:avLst/>
          </a:prstGeom>
        </p:spPr>
      </p:pic>
    </p:spTree>
    <p:extLst>
      <p:ext uri="{BB962C8B-B14F-4D97-AF65-F5344CB8AC3E}">
        <p14:creationId xmlns:p14="http://schemas.microsoft.com/office/powerpoint/2010/main" val="22837726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3CFD9B-81EA-A126-CF18-D82E0E5D026B}"/>
              </a:ext>
            </a:extLst>
          </p:cNvPr>
          <p:cNvSpPr>
            <a:spLocks noGrp="1"/>
          </p:cNvSpPr>
          <p:nvPr>
            <p:ph type="title"/>
          </p:nvPr>
        </p:nvSpPr>
        <p:spPr/>
        <p:txBody>
          <a:bodyPr/>
          <a:lstStyle/>
          <a:p>
            <a:r>
              <a:rPr lang="en-GB" dirty="0"/>
              <a:t>FEM Qs</a:t>
            </a:r>
          </a:p>
        </p:txBody>
      </p:sp>
      <p:sp>
        <p:nvSpPr>
          <p:cNvPr id="3" name="Content Placeholder 2">
            <a:extLst>
              <a:ext uri="{FF2B5EF4-FFF2-40B4-BE49-F238E27FC236}">
                <a16:creationId xmlns:a16="http://schemas.microsoft.com/office/drawing/2014/main" id="{58059F39-26E7-B77E-4580-245E0884DE02}"/>
              </a:ext>
            </a:extLst>
          </p:cNvPr>
          <p:cNvSpPr>
            <a:spLocks noGrp="1"/>
          </p:cNvSpPr>
          <p:nvPr>
            <p:ph idx="1"/>
          </p:nvPr>
        </p:nvSpPr>
        <p:spPr/>
        <p:txBody>
          <a:bodyPr/>
          <a:lstStyle/>
          <a:p>
            <a:pPr marL="514350" indent="-514350">
              <a:buAutoNum type="arabicPeriod"/>
            </a:pPr>
            <a:r>
              <a:rPr lang="en-GB" dirty="0"/>
              <a:t>Where does </a:t>
            </a:r>
            <a:r>
              <a:rPr lang="en-GB" dirty="0" err="1"/>
              <a:t>Galerkin</a:t>
            </a:r>
            <a:r>
              <a:rPr lang="en-GB" dirty="0"/>
              <a:t> method come from? Why does it work?</a:t>
            </a:r>
          </a:p>
          <a:p>
            <a:pPr marL="514350" indent="-514350">
              <a:buAutoNum type="arabicPeriod"/>
            </a:pPr>
            <a:r>
              <a:rPr lang="en-GB" dirty="0"/>
              <a:t>Help with forming the matrix. Why exactly do we do the proper method of the assembly of the elements? </a:t>
            </a:r>
          </a:p>
          <a:p>
            <a:pPr marL="514350" indent="-514350">
              <a:buAutoNum type="arabicPeriod"/>
            </a:pPr>
            <a:endParaRPr lang="en-GB" dirty="0"/>
          </a:p>
          <a:p>
            <a:endParaRPr lang="en-GB" dirty="0"/>
          </a:p>
        </p:txBody>
      </p:sp>
    </p:spTree>
    <p:extLst>
      <p:ext uri="{BB962C8B-B14F-4D97-AF65-F5344CB8AC3E}">
        <p14:creationId xmlns:p14="http://schemas.microsoft.com/office/powerpoint/2010/main" val="14327444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6D66C4-67FC-1E9E-FAED-E01F594DC629}"/>
              </a:ext>
            </a:extLst>
          </p:cNvPr>
          <p:cNvSpPr>
            <a:spLocks noGrp="1"/>
          </p:cNvSpPr>
          <p:nvPr>
            <p:ph type="title"/>
          </p:nvPr>
        </p:nvSpPr>
        <p:spPr/>
        <p:txBody>
          <a:bodyPr/>
          <a:lstStyle/>
          <a:p>
            <a:r>
              <a:rPr lang="en-GB" dirty="0" err="1"/>
              <a:t>Kalnaus</a:t>
            </a:r>
            <a:r>
              <a:rPr lang="en-GB" dirty="0"/>
              <a:t> review summary</a:t>
            </a:r>
          </a:p>
        </p:txBody>
      </p:sp>
      <p:sp>
        <p:nvSpPr>
          <p:cNvPr id="3" name="Content Placeholder 2">
            <a:extLst>
              <a:ext uri="{FF2B5EF4-FFF2-40B4-BE49-F238E27FC236}">
                <a16:creationId xmlns:a16="http://schemas.microsoft.com/office/drawing/2014/main" id="{220CAC65-1545-2490-F8BD-5D1DC09BC7DE}"/>
              </a:ext>
            </a:extLst>
          </p:cNvPr>
          <p:cNvSpPr>
            <a:spLocks noGrp="1"/>
          </p:cNvSpPr>
          <p:nvPr>
            <p:ph idx="1"/>
          </p:nvPr>
        </p:nvSpPr>
        <p:spPr/>
        <p:txBody>
          <a:bodyPr>
            <a:normAutofit/>
          </a:bodyPr>
          <a:lstStyle/>
          <a:p>
            <a:r>
              <a:rPr lang="en-GB" sz="1800" dirty="0"/>
              <a:t>Non-uniform lithium deposition =&gt; cracking </a:t>
            </a:r>
          </a:p>
          <a:p>
            <a:r>
              <a:rPr lang="en-GB" sz="1800" dirty="0"/>
              <a:t>Need to minimise gradients in elastic strain =&gt; zero-strain cathodes or pairing </a:t>
            </a:r>
          </a:p>
          <a:p>
            <a:r>
              <a:rPr lang="en-GB" sz="1800" dirty="0"/>
              <a:t>For Li metal anodes =&gt; need to allow planar plating and stripping =&gt; challenging =&gt; improve homogeneity of plating + improve Li condition to reduce defects</a:t>
            </a:r>
          </a:p>
          <a:p>
            <a:r>
              <a:rPr lang="en-GB" sz="1800" dirty="0"/>
              <a:t>Stress-relief mechanisms: deformation- inelastic or viscoelastic strain</a:t>
            </a:r>
          </a:p>
          <a:p>
            <a:r>
              <a:rPr lang="en-GB" sz="1800" dirty="0"/>
              <a:t>Li metal can easily plastically deform but if in small, constrained space it can sustain much larger stresses</a:t>
            </a:r>
          </a:p>
          <a:p>
            <a:r>
              <a:rPr lang="en-GB" sz="1800" dirty="0"/>
              <a:t>stress can be transferred to the SSE: if Li cannot deform sufficiently or cathode is non-uniform which leads to localised gradients in elastic strain =&gt; ceramic electrolyte will crack</a:t>
            </a:r>
          </a:p>
          <a:p>
            <a:r>
              <a:rPr lang="en-GB" sz="1800" dirty="0"/>
              <a:t>Ceramics usually cannot relieve stress through plastic deformation at room temperature =&gt; introduce defects to help</a:t>
            </a:r>
          </a:p>
          <a:p>
            <a:r>
              <a:rPr lang="en-GB" sz="1800" dirty="0"/>
              <a:t>Glasses can deform under repeated stress even below transition temperature =&gt; densification + shear flow =&gt; but can activate creep and produce hysteresis</a:t>
            </a:r>
          </a:p>
        </p:txBody>
      </p:sp>
    </p:spTree>
    <p:extLst>
      <p:ext uri="{BB962C8B-B14F-4D97-AF65-F5344CB8AC3E}">
        <p14:creationId xmlns:p14="http://schemas.microsoft.com/office/powerpoint/2010/main" val="23114929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0CF969-E629-CC7D-DC0A-91CA55273A97}"/>
              </a:ext>
            </a:extLst>
          </p:cNvPr>
          <p:cNvSpPr>
            <a:spLocks noGrp="1"/>
          </p:cNvSpPr>
          <p:nvPr>
            <p:ph type="title"/>
          </p:nvPr>
        </p:nvSpPr>
        <p:spPr>
          <a:xfrm>
            <a:off x="538942" y="-72232"/>
            <a:ext cx="10515600" cy="1325563"/>
          </a:xfrm>
        </p:spPr>
        <p:txBody>
          <a:bodyPr/>
          <a:lstStyle/>
          <a:p>
            <a:r>
              <a:rPr lang="en-GB" dirty="0" err="1"/>
              <a:t>Kalnaus</a:t>
            </a:r>
            <a:r>
              <a:rPr lang="en-GB" dirty="0"/>
              <a:t> review Qs</a:t>
            </a:r>
          </a:p>
        </p:txBody>
      </p:sp>
      <p:sp>
        <p:nvSpPr>
          <p:cNvPr id="3" name="Content Placeholder 2">
            <a:extLst>
              <a:ext uri="{FF2B5EF4-FFF2-40B4-BE49-F238E27FC236}">
                <a16:creationId xmlns:a16="http://schemas.microsoft.com/office/drawing/2014/main" id="{4B08BFFB-B047-5E4F-550F-EC16F6A75725}"/>
              </a:ext>
            </a:extLst>
          </p:cNvPr>
          <p:cNvSpPr>
            <a:spLocks noGrp="1"/>
          </p:cNvSpPr>
          <p:nvPr>
            <p:ph idx="1"/>
          </p:nvPr>
        </p:nvSpPr>
        <p:spPr>
          <a:xfrm>
            <a:off x="671945" y="1253331"/>
            <a:ext cx="10515600" cy="4351338"/>
          </a:xfrm>
        </p:spPr>
        <p:txBody>
          <a:bodyPr/>
          <a:lstStyle/>
          <a:p>
            <a:pPr marL="342900" indent="-342900">
              <a:buAutoNum type="arabicPeriod"/>
            </a:pPr>
            <a:r>
              <a:rPr lang="en-GB" sz="1800" dirty="0"/>
              <a:t>”At the critical length scale, termed the defect “danger zone,” however, the local stress can be maximized because the stressed volume is too large for efficient diffusional flow (diffusion length is too long) and yet too small to find the required number of dislocations to trigger inelastic strain by dislocation motion. The important outcome is that the stress within Li-filled interface defects in the danger zone can be orders of magnitude higher than the flow stress of bulk polycrystalline Li metal. “</a:t>
            </a:r>
            <a:br>
              <a:rPr lang="en-GB" dirty="0"/>
            </a:br>
            <a:r>
              <a:rPr lang="en-GB" dirty="0"/>
              <a:t>=&gt; What is the intuition here? </a:t>
            </a:r>
          </a:p>
          <a:p>
            <a:pPr marL="514350" indent="-514350">
              <a:buAutoNum type="arabicPeriod"/>
            </a:pPr>
            <a:r>
              <a:rPr lang="en-GB" dirty="0"/>
              <a:t>Why is plastic deformation an effective stress-relief mechanism in the battery? Would it not change shape of battery?</a:t>
            </a:r>
          </a:p>
          <a:p>
            <a:pPr marL="514350" indent="-514350">
              <a:buAutoNum type="arabicPeriod"/>
            </a:pPr>
            <a:r>
              <a:rPr lang="en-GB" dirty="0"/>
              <a:t>What is the effect of Li metal ability to withstand high stresses locally?</a:t>
            </a:r>
          </a:p>
          <a:p>
            <a:pPr marL="514350" indent="-514350">
              <a:buAutoNum type="arabicPeriod"/>
            </a:pPr>
            <a:r>
              <a:rPr lang="en-GB" dirty="0"/>
              <a:t>Why does dislocation allow for plastic deformation? </a:t>
            </a:r>
          </a:p>
          <a:p>
            <a:pPr marL="514350" indent="-514350">
              <a:buAutoNum type="arabicPeriod"/>
            </a:pPr>
            <a:endParaRPr lang="en-GB" dirty="0"/>
          </a:p>
          <a:p>
            <a:pPr marL="0" indent="0">
              <a:buNone/>
            </a:pPr>
            <a:endParaRPr lang="en-GB" dirty="0"/>
          </a:p>
        </p:txBody>
      </p:sp>
    </p:spTree>
    <p:extLst>
      <p:ext uri="{BB962C8B-B14F-4D97-AF65-F5344CB8AC3E}">
        <p14:creationId xmlns:p14="http://schemas.microsoft.com/office/powerpoint/2010/main" val="178233251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229</TotalTime>
  <Words>335</Words>
  <Application>Microsoft Office PowerPoint</Application>
  <PresentationFormat>Widescreen</PresentationFormat>
  <Paragraphs>20</Paragraphs>
  <Slides>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Aptos</vt:lpstr>
      <vt:lpstr>Aptos Display</vt:lpstr>
      <vt:lpstr>Arial</vt:lpstr>
      <vt:lpstr>Office Theme</vt:lpstr>
      <vt:lpstr>Meeting 12/10/26</vt:lpstr>
      <vt:lpstr>FEM-progress so far with 1D diffusion problem</vt:lpstr>
      <vt:lpstr>FEM Qs</vt:lpstr>
      <vt:lpstr>Kalnaus review summary</vt:lpstr>
      <vt:lpstr>Kalnaus review Qs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Alex Baigneres</dc:creator>
  <cp:lastModifiedBy>Alex Baigneres</cp:lastModifiedBy>
  <cp:revision>2</cp:revision>
  <dcterms:created xsi:type="dcterms:W3CDTF">2026-10-12T10:01:25Z</dcterms:created>
  <dcterms:modified xsi:type="dcterms:W3CDTF">2026-10-13T14:57:30Z</dcterms:modified>
</cp:coreProperties>
</file>