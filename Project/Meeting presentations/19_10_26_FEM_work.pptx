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18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2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Baigneres" userId="737751181a187a41" providerId="LiveId" clId="{D6F44434-CEBF-4A8A-826F-E4C93CBE8E3E}"/>
    <pc:docChg chg="undo custSel addSld modSld">
      <pc:chgData name="Alex Baigneres" userId="737751181a187a41" providerId="LiveId" clId="{D6F44434-CEBF-4A8A-826F-E4C93CBE8E3E}" dt="2026-10-14T11:01:36.152" v="38" actId="1076"/>
      <pc:docMkLst>
        <pc:docMk/>
      </pc:docMkLst>
      <pc:sldChg chg="delSp modSp mod">
        <pc:chgData name="Alex Baigneres" userId="737751181a187a41" providerId="LiveId" clId="{D6F44434-CEBF-4A8A-826F-E4C93CBE8E3E}" dt="2026-10-13T14:58:25.331" v="8" actId="478"/>
        <pc:sldMkLst>
          <pc:docMk/>
          <pc:sldMk cId="2997644237" sldId="256"/>
        </pc:sldMkLst>
        <pc:spChg chg="mod">
          <ac:chgData name="Alex Baigneres" userId="737751181a187a41" providerId="LiveId" clId="{D6F44434-CEBF-4A8A-826F-E4C93CBE8E3E}" dt="2026-10-13T14:58:23.225" v="7" actId="20577"/>
          <ac:spMkLst>
            <pc:docMk/>
            <pc:sldMk cId="2997644237" sldId="256"/>
            <ac:spMk id="2" creationId="{B432A1E3-922B-B6D6-0856-060D742F13B3}"/>
          </ac:spMkLst>
        </pc:spChg>
        <pc:spChg chg="del">
          <ac:chgData name="Alex Baigneres" userId="737751181a187a41" providerId="LiveId" clId="{D6F44434-CEBF-4A8A-826F-E4C93CBE8E3E}" dt="2026-10-13T14:58:25.331" v="8" actId="478"/>
          <ac:spMkLst>
            <pc:docMk/>
            <pc:sldMk cId="2997644237" sldId="256"/>
            <ac:spMk id="3" creationId="{AFC9394C-1A49-58CB-CAE4-EF9ADF781CAC}"/>
          </ac:spMkLst>
        </pc:spChg>
      </pc:sldChg>
      <pc:sldChg chg="addSp delSp modSp new mod">
        <pc:chgData name="Alex Baigneres" userId="737751181a187a41" providerId="LiveId" clId="{D6F44434-CEBF-4A8A-826F-E4C93CBE8E3E}" dt="2026-10-14T11:01:36.152" v="38" actId="1076"/>
        <pc:sldMkLst>
          <pc:docMk/>
          <pc:sldMk cId="906401120" sldId="257"/>
        </pc:sldMkLst>
        <pc:spChg chg="add del mod">
          <ac:chgData name="Alex Baigneres" userId="737751181a187a41" providerId="LiveId" clId="{D6F44434-CEBF-4A8A-826F-E4C93CBE8E3E}" dt="2026-10-13T14:58:38.342" v="26" actId="20577"/>
          <ac:spMkLst>
            <pc:docMk/>
            <pc:sldMk cId="906401120" sldId="257"/>
            <ac:spMk id="2" creationId="{94C3740D-7064-12D1-21C4-2EE6BA7F78AE}"/>
          </ac:spMkLst>
        </pc:spChg>
        <pc:spChg chg="del">
          <ac:chgData name="Alex Baigneres" userId="737751181a187a41" providerId="LiveId" clId="{D6F44434-CEBF-4A8A-826F-E4C93CBE8E3E}" dt="2026-10-13T14:58:28.981" v="10" actId="478"/>
          <ac:spMkLst>
            <pc:docMk/>
            <pc:sldMk cId="906401120" sldId="257"/>
            <ac:spMk id="3" creationId="{3440E2C8-CE2D-418C-3F4B-5F86D4B09925}"/>
          </ac:spMkLst>
        </pc:spChg>
        <pc:picChg chg="add del mod">
          <ac:chgData name="Alex Baigneres" userId="737751181a187a41" providerId="LiveId" clId="{D6F44434-CEBF-4A8A-826F-E4C93CBE8E3E}" dt="2026-10-13T14:59:59.803" v="31" actId="478"/>
          <ac:picMkLst>
            <pc:docMk/>
            <pc:sldMk cId="906401120" sldId="257"/>
            <ac:picMk id="5" creationId="{C6BF2B62-4671-CEF4-4209-468F4217A938}"/>
          </ac:picMkLst>
        </pc:picChg>
        <pc:picChg chg="add del mod">
          <ac:chgData name="Alex Baigneres" userId="737751181a187a41" providerId="LiveId" clId="{D6F44434-CEBF-4A8A-826F-E4C93CBE8E3E}" dt="2026-10-14T11:01:25.881" v="34" actId="478"/>
          <ac:picMkLst>
            <pc:docMk/>
            <pc:sldMk cId="906401120" sldId="257"/>
            <ac:picMk id="7" creationId="{6A015E51-B941-489C-FDAB-ACAD44C28929}"/>
          </ac:picMkLst>
        </pc:picChg>
        <pc:picChg chg="add mod">
          <ac:chgData name="Alex Baigneres" userId="737751181a187a41" providerId="LiveId" clId="{D6F44434-CEBF-4A8A-826F-E4C93CBE8E3E}" dt="2026-10-14T11:01:28.568" v="36" actId="1076"/>
          <ac:picMkLst>
            <pc:docMk/>
            <pc:sldMk cId="906401120" sldId="257"/>
            <ac:picMk id="9" creationId="{457EAE2F-50F7-F17E-FD45-10064ABBF788}"/>
          </ac:picMkLst>
        </pc:picChg>
        <pc:picChg chg="add mod">
          <ac:chgData name="Alex Baigneres" userId="737751181a187a41" providerId="LiveId" clId="{D6F44434-CEBF-4A8A-826F-E4C93CBE8E3E}" dt="2026-10-14T11:01:36.152" v="38" actId="1076"/>
          <ac:picMkLst>
            <pc:docMk/>
            <pc:sldMk cId="906401120" sldId="257"/>
            <ac:picMk id="11" creationId="{32B33A3E-6EF9-196F-EA0B-7BA196BDC8D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5BA8A-BB87-CB00-EA08-6351E0E0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D6AF2E-5EC5-EDD3-632F-390DE22662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CE0D0A-BF4E-3931-1C95-DE76CE2D2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49986-242E-4468-8711-63CE56D25CE5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4659C1-BEF4-1129-2C06-5F5B89F2C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02908C-3FFE-8727-49F4-7E86BE60A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23E1-9298-428C-BEBE-BFE2F73A49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0885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16A7F-7749-1639-483D-22CED802E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A9EE1-0634-E42D-8978-DF35E6C1D3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AC1D0-92D2-79BB-A11A-B7D94B609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49986-242E-4468-8711-63CE56D25CE5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1FE93A-39C8-9975-E65C-44AA62146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CBC0B-A607-9189-6506-4BB8CF468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23E1-9298-428C-BEBE-BFE2F73A49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0677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005B2-A888-F806-8EE5-2660A7D79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539855-A148-6F4F-8339-F3B835C8F7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8BF3B-DDA1-29A1-CC52-08F84CF16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49986-242E-4468-8711-63CE56D25CE5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6CC98A-737E-F504-0F09-5EBAD41BA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20194-D430-43AC-B451-D0DD9C1C2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23E1-9298-428C-BEBE-BFE2F73A49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6527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D7E56-1584-7BD6-41D3-1F5D9DAA0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BA3DC-563E-BED8-F4B8-9317E5B2E9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BC63E5-5D9E-4FE6-5149-B6960E28FB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D86035-BF63-B574-3573-AE2195E7F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49986-242E-4468-8711-63CE56D25CE5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642304-8713-CF66-6E10-B3030E7E4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C7457C-64DD-4430-EB8D-332E6D26F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23E1-9298-428C-BEBE-BFE2F73A49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4866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B1D7A-167E-6031-E2F9-1C7108B78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3FE2ED-4C98-23DE-7E78-081E1AD949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F30E34-8B06-582B-7533-9C51E2FA73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F2C9C8-64BD-E5C5-A682-01902350C9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23D2A3-7962-228E-84EE-C5F3DD6CA4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596733-EAB5-8D29-C928-251828EE9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49986-242E-4468-8711-63CE56D25CE5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0AE6D9-0252-FA48-4C9E-6BB294719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0DC709-80C7-66CA-068E-BB0D10955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23E1-9298-428C-BEBE-BFE2F73A49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7332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00C56-1E27-7CD0-31AA-51C64189A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60A31C-4DB1-91FE-68B4-963FD0747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49986-242E-4468-8711-63CE56D25CE5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28FB5E-571C-4917-FEC4-08D896B90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854385-2E79-00F3-4BEE-C6F5F775F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23E1-9298-428C-BEBE-BFE2F73A49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8830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BE0033-F3F9-45AE-DE15-DB07C74C3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49986-242E-4468-8711-63CE56D25CE5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DD70D2-CD5A-0907-5E1C-2A0AE4760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7F8391-B29F-4FFC-AFC7-361FD7DB0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23E1-9298-428C-BEBE-BFE2F73A49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140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9CF4B-05ED-E42F-9107-7535AE73F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63BC8-0BC7-49B8-B32C-FC4EB19E6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7BCE83-6178-E05B-C33E-A979DAFB71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2D565-7553-279C-1933-F1E85210E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49986-242E-4468-8711-63CE56D25CE5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B3AC5E-497B-388E-FCB4-A49C421F7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CCB86-F14C-7B46-8460-65980DD4A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23E1-9298-428C-BEBE-BFE2F73A49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8900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EF309-BF67-FCDA-6594-357D59CC8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7E1DA0-4658-B08C-539D-CE8A67A83A5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753538-2F3E-26EE-91CC-8CF404779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4ECCCE-18D8-405B-604A-8C21E5A04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49986-242E-4468-8711-63CE56D25CE5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D058FE-7D37-BCC7-8520-523FEBB11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FAF8F5-2D32-7B0D-95D5-D16040FF4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23E1-9298-428C-BEBE-BFE2F73A49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5591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9EA50-9429-97D3-C7A9-594F9A541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DBDCF7-18FF-BDF1-7D3F-9F07535681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1628CD-C3DD-B3E3-E2DF-A57BFB057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49986-242E-4468-8711-63CE56D25CE5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67046A-9676-234E-EF62-BCC4B98FA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0ED96F-E5B0-83A8-75B5-E1CF4ACB3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23E1-9298-428C-BEBE-BFE2F73A49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3179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F9D938-1099-2494-F575-6A2C6528A1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501792-5F0B-5FBF-4140-094FE02B12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79CE0-52C6-4EF4-B1A2-C64A942A6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49986-242E-4468-8711-63CE56D25CE5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AB5D10-B220-3E30-5575-34B4C6DD5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819B4-0C09-2BE5-AAD5-A9B76473B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23E1-9298-428C-BEBE-BFE2F73A49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2854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6C0EDC-F34A-02A8-5B71-B0B1A0035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BD4DA-84C2-B900-E390-381F01865E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2B5A77-BCA8-0388-5A87-E8CE880897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749986-242E-4468-8711-63CE56D25CE5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CEF99E-12DF-68B9-C6FD-33BEF4B3EF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82417-6447-FD9D-BCEE-E29E76DD7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FC23E1-9298-428C-BEBE-BFE2F73A49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9420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2A1E3-922B-B6D6-0856-060D742F13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FEM work</a:t>
            </a:r>
          </a:p>
        </p:txBody>
      </p:sp>
    </p:spTree>
    <p:extLst>
      <p:ext uri="{BB962C8B-B14F-4D97-AF65-F5344CB8AC3E}">
        <p14:creationId xmlns:p14="http://schemas.microsoft.com/office/powerpoint/2010/main" val="2997644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3740D-7064-12D1-21C4-2EE6BA7F7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Section 7.1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57EAE2F-50F7-F17E-FD45-10064ABBF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85" y="1271587"/>
            <a:ext cx="5486400" cy="43148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2B33A3E-6EF9-196F-EA0B-7BA196BDC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71587"/>
            <a:ext cx="5486400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401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1204</TotalTime>
  <Words>4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FEM work</vt:lpstr>
      <vt:lpstr>Section 7.1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Baigneres</dc:creator>
  <cp:lastModifiedBy>Alex Baigneres</cp:lastModifiedBy>
  <cp:revision>1</cp:revision>
  <dcterms:created xsi:type="dcterms:W3CDTF">2026-10-13T14:57:40Z</dcterms:created>
  <dcterms:modified xsi:type="dcterms:W3CDTF">2026-10-14T11:01:45Z</dcterms:modified>
</cp:coreProperties>
</file>